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Synthetic households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Program 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$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AA4-4F85-9F09-1253BD4F657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3AA4-4F85-9F09-1253BD4F6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Households</c:v>
              </c:pt>
              <c:pt idx="1">
                <c:v>Participation</c:v>
              </c:pt>
            </c:strLit>
          </c:cat>
          <c:val>
            <c:numLit>
              <c:formatCode>General</c:formatCode>
              <c:ptCount val="2"/>
              <c:pt idx="0">
                <c:v>325</c:v>
              </c:pt>
              <c:pt idx="1">
                <c:v>0.42</c:v>
              </c:pt>
            </c:numLit>
          </c:val>
          <c:extLst>
            <c:ext xmlns:c16="http://schemas.microsoft.com/office/drawing/2014/chart" uri="{C3380CC4-5D6E-409C-BE32-E72D297353CC}">
              <c16:uniqueId val="{00000000-3AA4-4F85-9F09-1253BD4F6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4880"/>
        <c:axId val="702646512"/>
      </c:barChart>
      <c:catAx>
        <c:axId val="1990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46512"/>
        <c:crosses val="autoZero"/>
        <c:auto val="1"/>
        <c:lblAlgn val="ctr"/>
        <c:lblOffset val="100"/>
        <c:noMultiLvlLbl val="0"/>
      </c:catAx>
      <c:valAx>
        <c:axId val="70264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4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E300D6-642E-4D38-97ED-16707A173BA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5A6513-94B7-4E10-85B3-74EC8A1E8DF0}">
      <dgm:prSet phldrT="[Text]"/>
      <dgm:spPr/>
      <dgm:t>
        <a:bodyPr/>
        <a:lstStyle/>
        <a:p>
          <a:r>
            <a:rPr lang="en-US"/>
            <a:t>Build-out costs $99,000 across nine separate synthetic budget lines here</a:t>
          </a:r>
        </a:p>
      </dgm:t>
    </dgm:pt>
    <dgm:pt modelId="{8C72D486-3978-425E-8529-C3044106282D}" type="parTrans" cxnId="{D46A4377-FCEF-45C5-AE61-3248C37485B0}">
      <dgm:prSet/>
      <dgm:spPr/>
      <dgm:t>
        <a:bodyPr/>
        <a:lstStyle/>
        <a:p>
          <a:endParaRPr lang="en-US"/>
        </a:p>
      </dgm:t>
    </dgm:pt>
    <dgm:pt modelId="{9E13E320-C603-40C1-B2E5-CDD4DB72A024}" type="sibTrans" cxnId="{D46A4377-FCEF-45C5-AE61-3248C37485B0}">
      <dgm:prSet/>
      <dgm:spPr/>
      <dgm:t>
        <a:bodyPr/>
        <a:lstStyle/>
        <a:p>
          <a:endParaRPr lang="en-US"/>
        </a:p>
      </dgm:t>
    </dgm:pt>
    <dgm:pt modelId="{52123860-C3B9-4A26-8F50-B66621BF5774}">
      <dgm:prSet phldrT="[Text]" phldr="1"/>
      <dgm:spPr/>
      <dgm:t>
        <a:bodyPr/>
        <a:lstStyle/>
        <a:p>
          <a:endParaRPr lang="en-US"/>
        </a:p>
      </dgm:t>
    </dgm:pt>
    <dgm:pt modelId="{09C3D9A6-7918-49B6-9A26-53254BFCFE1B}" type="parTrans" cxnId="{9ACD7588-9CCB-4D93-A07B-BA3861A98820}">
      <dgm:prSet/>
      <dgm:spPr/>
      <dgm:t>
        <a:bodyPr/>
        <a:lstStyle/>
        <a:p>
          <a:endParaRPr lang="en-US"/>
        </a:p>
      </dgm:t>
    </dgm:pt>
    <dgm:pt modelId="{C912FE1D-AEF0-4C67-9BDD-E01CA6775970}" type="sibTrans" cxnId="{9ACD7588-9CCB-4D93-A07B-BA3861A98820}">
      <dgm:prSet/>
      <dgm:spPr/>
      <dgm:t>
        <a:bodyPr/>
        <a:lstStyle/>
        <a:p>
          <a:endParaRPr lang="en-US"/>
        </a:p>
      </dgm:t>
    </dgm:pt>
    <dgm:pt modelId="{4F1FD284-2D9E-4CEB-ADBE-0A4195BC68B8}">
      <dgm:prSet phldrT="[Text]" phldr="1"/>
      <dgm:spPr/>
      <dgm:t>
        <a:bodyPr/>
        <a:lstStyle/>
        <a:p>
          <a:endParaRPr lang="en-US"/>
        </a:p>
      </dgm:t>
    </dgm:pt>
    <dgm:pt modelId="{C0A9269A-40B2-41C8-A8A5-932C0451C710}" type="parTrans" cxnId="{EFEC8D43-8119-4765-8D54-D115CB6DB89E}">
      <dgm:prSet/>
      <dgm:spPr/>
      <dgm:t>
        <a:bodyPr/>
        <a:lstStyle/>
        <a:p>
          <a:endParaRPr lang="en-US"/>
        </a:p>
      </dgm:t>
    </dgm:pt>
    <dgm:pt modelId="{E502732A-B8CD-4363-8564-DB9FFF883138}" type="sibTrans" cxnId="{EFEC8D43-8119-4765-8D54-D115CB6DB89E}">
      <dgm:prSet/>
      <dgm:spPr/>
      <dgm:t>
        <a:bodyPr/>
        <a:lstStyle/>
        <a:p>
          <a:endParaRPr lang="en-US"/>
        </a:p>
      </dgm:t>
    </dgm:pt>
    <dgm:pt modelId="{4C4E1242-33D6-4BBF-8B56-0BE606AF6129}">
      <dgm:prSet phldrT="[Text]" phldr="1"/>
      <dgm:spPr/>
      <dgm:t>
        <a:bodyPr/>
        <a:lstStyle/>
        <a:p>
          <a:endParaRPr lang="en-US"/>
        </a:p>
      </dgm:t>
    </dgm:pt>
    <dgm:pt modelId="{EA2D3EBF-5E2E-4BF3-A593-272792326C5C}" type="parTrans" cxnId="{BACB36C4-A18C-41B8-8FA2-64E91648F39F}">
      <dgm:prSet/>
      <dgm:spPr/>
      <dgm:t>
        <a:bodyPr/>
        <a:lstStyle/>
        <a:p>
          <a:endParaRPr lang="en-US"/>
        </a:p>
      </dgm:t>
    </dgm:pt>
    <dgm:pt modelId="{A4E86546-4C64-4D44-BEB3-85586F6FB294}" type="sibTrans" cxnId="{BACB36C4-A18C-41B8-8FA2-64E91648F39F}">
      <dgm:prSet/>
      <dgm:spPr/>
      <dgm:t>
        <a:bodyPr/>
        <a:lstStyle/>
        <a:p>
          <a:endParaRPr lang="en-US"/>
        </a:p>
      </dgm:t>
    </dgm:pt>
    <dgm:pt modelId="{64A955E1-4F8F-461F-9D7B-4FEEEE7FEC97}">
      <dgm:prSet phldrT="[Text]" phldr="1"/>
      <dgm:spPr/>
      <dgm:t>
        <a:bodyPr/>
        <a:lstStyle/>
        <a:p>
          <a:endParaRPr lang="en-US"/>
        </a:p>
      </dgm:t>
    </dgm:pt>
    <dgm:pt modelId="{ECC2540D-E55B-46BC-946D-9E4EFEC64CC3}" type="parTrans" cxnId="{DC0EFF97-ECC1-4A72-A84A-CA9C7FAC4DD3}">
      <dgm:prSet/>
      <dgm:spPr/>
      <dgm:t>
        <a:bodyPr/>
        <a:lstStyle/>
        <a:p>
          <a:endParaRPr lang="en-US"/>
        </a:p>
      </dgm:t>
    </dgm:pt>
    <dgm:pt modelId="{2B426C3C-CCCF-4B7D-B259-3DB5FDB80E5C}" type="sibTrans" cxnId="{DC0EFF97-ECC1-4A72-A84A-CA9C7FAC4DD3}">
      <dgm:prSet/>
      <dgm:spPr/>
      <dgm:t>
        <a:bodyPr/>
        <a:lstStyle/>
        <a:p>
          <a:endParaRPr lang="en-US"/>
        </a:p>
      </dgm:t>
    </dgm:pt>
    <dgm:pt modelId="{A077DE18-FC65-4F6A-B66F-E7BC7B9178B4}" type="pres">
      <dgm:prSet presAssocID="{16E300D6-642E-4D38-97ED-16707A173BA9}" presName="diagram" presStyleCnt="0">
        <dgm:presLayoutVars>
          <dgm:dir/>
          <dgm:resizeHandles val="exact"/>
        </dgm:presLayoutVars>
      </dgm:prSet>
      <dgm:spPr/>
    </dgm:pt>
    <dgm:pt modelId="{EFAE1C53-124A-45CA-93E8-CA6BDC145106}" type="pres">
      <dgm:prSet presAssocID="{955A6513-94B7-4E10-85B3-74EC8A1E8DF0}" presName="node" presStyleLbl="node1" presStyleIdx="0" presStyleCnt="5">
        <dgm:presLayoutVars>
          <dgm:bulletEnabled val="1"/>
        </dgm:presLayoutVars>
      </dgm:prSet>
      <dgm:spPr/>
    </dgm:pt>
    <dgm:pt modelId="{E0A31463-1104-428D-9C36-44DEE45EF4DA}" type="pres">
      <dgm:prSet presAssocID="{9E13E320-C603-40C1-B2E5-CDD4DB72A024}" presName="sibTrans" presStyleCnt="0"/>
      <dgm:spPr/>
    </dgm:pt>
    <dgm:pt modelId="{3A0E0AB7-397C-4A2A-822C-69EF32D57375}" type="pres">
      <dgm:prSet presAssocID="{52123860-C3B9-4A26-8F50-B66621BF5774}" presName="node" presStyleLbl="node1" presStyleIdx="1" presStyleCnt="5">
        <dgm:presLayoutVars>
          <dgm:bulletEnabled val="1"/>
        </dgm:presLayoutVars>
      </dgm:prSet>
      <dgm:spPr/>
    </dgm:pt>
    <dgm:pt modelId="{69288065-8346-424C-89FC-EFF7849AA14D}" type="pres">
      <dgm:prSet presAssocID="{C912FE1D-AEF0-4C67-9BDD-E01CA6775970}" presName="sibTrans" presStyleCnt="0"/>
      <dgm:spPr/>
    </dgm:pt>
    <dgm:pt modelId="{9C277694-10DE-47A7-A5EB-C6E7F2D65315}" type="pres">
      <dgm:prSet presAssocID="{4F1FD284-2D9E-4CEB-ADBE-0A4195BC68B8}" presName="node" presStyleLbl="node1" presStyleIdx="2" presStyleCnt="5">
        <dgm:presLayoutVars>
          <dgm:bulletEnabled val="1"/>
        </dgm:presLayoutVars>
      </dgm:prSet>
      <dgm:spPr/>
    </dgm:pt>
    <dgm:pt modelId="{56B31265-2707-4DCC-A1D8-CAB4445A4B00}" type="pres">
      <dgm:prSet presAssocID="{E502732A-B8CD-4363-8564-DB9FFF883138}" presName="sibTrans" presStyleCnt="0"/>
      <dgm:spPr/>
    </dgm:pt>
    <dgm:pt modelId="{E35458B7-748D-4CD6-B514-9C6BCA41C7E6}" type="pres">
      <dgm:prSet presAssocID="{4C4E1242-33D6-4BBF-8B56-0BE606AF6129}" presName="node" presStyleLbl="node1" presStyleIdx="3" presStyleCnt="5">
        <dgm:presLayoutVars>
          <dgm:bulletEnabled val="1"/>
        </dgm:presLayoutVars>
      </dgm:prSet>
      <dgm:spPr/>
    </dgm:pt>
    <dgm:pt modelId="{78280722-BF3E-4E77-9952-686F64B54D8E}" type="pres">
      <dgm:prSet presAssocID="{A4E86546-4C64-4D44-BEB3-85586F6FB294}" presName="sibTrans" presStyleCnt="0"/>
      <dgm:spPr/>
    </dgm:pt>
    <dgm:pt modelId="{2C9723BF-95DB-4E72-A7F0-B97236400D4C}" type="pres">
      <dgm:prSet presAssocID="{64A955E1-4F8F-461F-9D7B-4FEEEE7FEC97}" presName="node" presStyleLbl="node1" presStyleIdx="4" presStyleCnt="5">
        <dgm:presLayoutVars>
          <dgm:bulletEnabled val="1"/>
        </dgm:presLayoutVars>
      </dgm:prSet>
      <dgm:spPr/>
    </dgm:pt>
  </dgm:ptLst>
  <dgm:cxnLst>
    <dgm:cxn modelId="{FAAA400E-1150-4BEE-85A8-E518557EE58A}" type="presOf" srcId="{955A6513-94B7-4E10-85B3-74EC8A1E8DF0}" destId="{EFAE1C53-124A-45CA-93E8-CA6BDC145106}" srcOrd="0" destOrd="0" presId="urn:microsoft.com/office/officeart/2005/8/layout/default"/>
    <dgm:cxn modelId="{8C177C2A-7A30-4093-BAD3-0F6C02EF17D5}" type="presOf" srcId="{4F1FD284-2D9E-4CEB-ADBE-0A4195BC68B8}" destId="{9C277694-10DE-47A7-A5EB-C6E7F2D65315}" srcOrd="0" destOrd="0" presId="urn:microsoft.com/office/officeart/2005/8/layout/default"/>
    <dgm:cxn modelId="{EFEC8D43-8119-4765-8D54-D115CB6DB89E}" srcId="{16E300D6-642E-4D38-97ED-16707A173BA9}" destId="{4F1FD284-2D9E-4CEB-ADBE-0A4195BC68B8}" srcOrd="2" destOrd="0" parTransId="{C0A9269A-40B2-41C8-A8A5-932C0451C710}" sibTransId="{E502732A-B8CD-4363-8564-DB9FFF883138}"/>
    <dgm:cxn modelId="{CD7C6944-719E-4BD2-B371-F639BDDA8FC7}" type="presOf" srcId="{64A955E1-4F8F-461F-9D7B-4FEEEE7FEC97}" destId="{2C9723BF-95DB-4E72-A7F0-B97236400D4C}" srcOrd="0" destOrd="0" presId="urn:microsoft.com/office/officeart/2005/8/layout/default"/>
    <dgm:cxn modelId="{D46A4377-FCEF-45C5-AE61-3248C37485B0}" srcId="{16E300D6-642E-4D38-97ED-16707A173BA9}" destId="{955A6513-94B7-4E10-85B3-74EC8A1E8DF0}" srcOrd="0" destOrd="0" parTransId="{8C72D486-3978-425E-8529-C3044106282D}" sibTransId="{9E13E320-C603-40C1-B2E5-CDD4DB72A024}"/>
    <dgm:cxn modelId="{EB084877-B576-4765-9D2E-A9CD1C5BB5F7}" type="presOf" srcId="{16E300D6-642E-4D38-97ED-16707A173BA9}" destId="{A077DE18-FC65-4F6A-B66F-E7BC7B9178B4}" srcOrd="0" destOrd="0" presId="urn:microsoft.com/office/officeart/2005/8/layout/default"/>
    <dgm:cxn modelId="{38EEFD59-D423-4261-A9AF-1C447808F41F}" type="presOf" srcId="{4C4E1242-33D6-4BBF-8B56-0BE606AF6129}" destId="{E35458B7-748D-4CD6-B514-9C6BCA41C7E6}" srcOrd="0" destOrd="0" presId="urn:microsoft.com/office/officeart/2005/8/layout/default"/>
    <dgm:cxn modelId="{9ACD7588-9CCB-4D93-A07B-BA3861A98820}" srcId="{16E300D6-642E-4D38-97ED-16707A173BA9}" destId="{52123860-C3B9-4A26-8F50-B66621BF5774}" srcOrd="1" destOrd="0" parTransId="{09C3D9A6-7918-49B6-9A26-53254BFCFE1B}" sibTransId="{C912FE1D-AEF0-4C67-9BDD-E01CA6775970}"/>
    <dgm:cxn modelId="{DC0EFF97-ECC1-4A72-A84A-CA9C7FAC4DD3}" srcId="{16E300D6-642E-4D38-97ED-16707A173BA9}" destId="{64A955E1-4F8F-461F-9D7B-4FEEEE7FEC97}" srcOrd="4" destOrd="0" parTransId="{ECC2540D-E55B-46BC-946D-9E4EFEC64CC3}" sibTransId="{2B426C3C-CCCF-4B7D-B259-3DB5FDB80E5C}"/>
    <dgm:cxn modelId="{BACB36C4-A18C-41B8-8FA2-64E91648F39F}" srcId="{16E300D6-642E-4D38-97ED-16707A173BA9}" destId="{4C4E1242-33D6-4BBF-8B56-0BE606AF6129}" srcOrd="3" destOrd="0" parTransId="{EA2D3EBF-5E2E-4BF3-A593-272792326C5C}" sibTransId="{A4E86546-4C64-4D44-BEB3-85586F6FB294}"/>
    <dgm:cxn modelId="{5CA668FD-43AF-4B53-91B7-386796FA5247}" type="presOf" srcId="{52123860-C3B9-4A26-8F50-B66621BF5774}" destId="{3A0E0AB7-397C-4A2A-822C-69EF32D57375}" srcOrd="0" destOrd="0" presId="urn:microsoft.com/office/officeart/2005/8/layout/default"/>
    <dgm:cxn modelId="{4D758852-265F-46BE-8FB6-708221BE70FD}" type="presParOf" srcId="{A077DE18-FC65-4F6A-B66F-E7BC7B9178B4}" destId="{EFAE1C53-124A-45CA-93E8-CA6BDC145106}" srcOrd="0" destOrd="0" presId="urn:microsoft.com/office/officeart/2005/8/layout/default"/>
    <dgm:cxn modelId="{EB7EB855-F28E-4537-9259-FCAA5F1D47C9}" type="presParOf" srcId="{A077DE18-FC65-4F6A-B66F-E7BC7B9178B4}" destId="{E0A31463-1104-428D-9C36-44DEE45EF4DA}" srcOrd="1" destOrd="0" presId="urn:microsoft.com/office/officeart/2005/8/layout/default"/>
    <dgm:cxn modelId="{C81E6F20-D5C7-429B-9A33-4C878E012BAF}" type="presParOf" srcId="{A077DE18-FC65-4F6A-B66F-E7BC7B9178B4}" destId="{3A0E0AB7-397C-4A2A-822C-69EF32D57375}" srcOrd="2" destOrd="0" presId="urn:microsoft.com/office/officeart/2005/8/layout/default"/>
    <dgm:cxn modelId="{ABAD994D-D5DF-466A-B358-DAF0B3E2742E}" type="presParOf" srcId="{A077DE18-FC65-4F6A-B66F-E7BC7B9178B4}" destId="{69288065-8346-424C-89FC-EFF7849AA14D}" srcOrd="3" destOrd="0" presId="urn:microsoft.com/office/officeart/2005/8/layout/default"/>
    <dgm:cxn modelId="{329D4DF4-AB69-4B34-AE5F-6154435DB08E}" type="presParOf" srcId="{A077DE18-FC65-4F6A-B66F-E7BC7B9178B4}" destId="{9C277694-10DE-47A7-A5EB-C6E7F2D65315}" srcOrd="4" destOrd="0" presId="urn:microsoft.com/office/officeart/2005/8/layout/default"/>
    <dgm:cxn modelId="{C1DF0094-AC23-48BA-92F1-9484E1C362F2}" type="presParOf" srcId="{A077DE18-FC65-4F6A-B66F-E7BC7B9178B4}" destId="{56B31265-2707-4DCC-A1D8-CAB4445A4B00}" srcOrd="5" destOrd="0" presId="urn:microsoft.com/office/officeart/2005/8/layout/default"/>
    <dgm:cxn modelId="{9F4BB1E2-EB51-43C1-8E6B-1CC455CD446C}" type="presParOf" srcId="{A077DE18-FC65-4F6A-B66F-E7BC7B9178B4}" destId="{E35458B7-748D-4CD6-B514-9C6BCA41C7E6}" srcOrd="6" destOrd="0" presId="urn:microsoft.com/office/officeart/2005/8/layout/default"/>
    <dgm:cxn modelId="{6DB349EF-5631-4D53-B5BF-C6E7A062E62A}" type="presParOf" srcId="{A077DE18-FC65-4F6A-B66F-E7BC7B9178B4}" destId="{78280722-BF3E-4E77-9952-686F64B54D8E}" srcOrd="7" destOrd="0" presId="urn:microsoft.com/office/officeart/2005/8/layout/default"/>
    <dgm:cxn modelId="{B7DF9302-6A9F-47E8-9BC0-ADB54A3A3B08}" type="presParOf" srcId="{A077DE18-FC65-4F6A-B66F-E7BC7B9178B4}" destId="{2C9723BF-95DB-4E72-A7F0-B97236400D4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E1C53-124A-45CA-93E8-CA6BDC145106}">
      <dsp:nvSpPr>
        <dsp:cNvPr id="0" name=""/>
        <dsp:cNvSpPr/>
      </dsp:nvSpPr>
      <dsp:spPr>
        <a:xfrm>
          <a:off x="56062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Build-out costs $99,000 across nine separate synthetic budget lines here</a:t>
          </a:r>
        </a:p>
      </dsp:txBody>
      <dsp:txXfrm>
        <a:off x="560623" y="1736"/>
        <a:ext cx="1522263" cy="913358"/>
      </dsp:txXfrm>
    </dsp:sp>
    <dsp:sp modelId="{3A0E0AB7-397C-4A2A-822C-69EF32D57375}">
      <dsp:nvSpPr>
        <dsp:cNvPr id="0" name=""/>
        <dsp:cNvSpPr/>
      </dsp:nvSpPr>
      <dsp:spPr>
        <a:xfrm>
          <a:off x="223511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736"/>
        <a:ext cx="1522263" cy="913358"/>
      </dsp:txXfrm>
    </dsp:sp>
    <dsp:sp modelId="{9C277694-10DE-47A7-A5EB-C6E7F2D65315}">
      <dsp:nvSpPr>
        <dsp:cNvPr id="0" name=""/>
        <dsp:cNvSpPr/>
      </dsp:nvSpPr>
      <dsp:spPr>
        <a:xfrm>
          <a:off x="56062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60623" y="1067320"/>
        <a:ext cx="1522263" cy="913358"/>
      </dsp:txXfrm>
    </dsp:sp>
    <dsp:sp modelId="{E35458B7-748D-4CD6-B514-9C6BCA41C7E6}">
      <dsp:nvSpPr>
        <dsp:cNvPr id="0" name=""/>
        <dsp:cNvSpPr/>
      </dsp:nvSpPr>
      <dsp:spPr>
        <a:xfrm>
          <a:off x="223511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067320"/>
        <a:ext cx="1522263" cy="913358"/>
      </dsp:txXfrm>
    </dsp:sp>
    <dsp:sp modelId="{2C9723BF-95DB-4E72-A7F0-B97236400D4C}">
      <dsp:nvSpPr>
        <dsp:cNvPr id="0" name=""/>
        <dsp:cNvSpPr/>
      </dsp:nvSpPr>
      <dsp:spPr>
        <a:xfrm>
          <a:off x="1397868" y="2132905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97868" y="2132905"/>
        <a:ext cx="1522263" cy="913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077D-1E51-A1EB-767E-53F48497C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F7C0-B493-1B49-F387-D54D4941D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5FD4-6845-C357-94AC-C53B54DB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63F9B-307E-FF1C-0678-A387460F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DAFE-2C31-1DBD-1536-3D2BF1EF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4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0EA6-6CDB-7F68-F428-97B1F0C8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BA76-CC8B-FFEE-1D6D-26F44442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EC52E-EE28-BDB0-F0B2-86FF5B24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EBC87-BCBB-2A3D-5B20-0A183A38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56BC-6645-95B7-836F-6E6115EA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8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1A50-F922-A96D-274E-5B8F9AB1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3ED40-3195-6928-3173-BC84D7B0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866C4-3F50-675C-E2C2-A3AF711E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271F-2C9A-421A-D4E5-7A9CCD87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40E6-B162-7938-3DE5-49DFD33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CDB6-ED20-A488-E050-DD735365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436A-DBA7-5D7A-F906-5E3CA7033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51C47-8A7F-7CA2-545A-055646CF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D7249-C90C-1AF5-FB1E-B88114B6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716AB-557A-836E-1104-6151F784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C1532-E19B-8F98-E800-91973E3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3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FAE7-CA5E-58C4-C22B-4FF6FB92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6FF88-835D-8BAB-6D53-FE0A3902F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C1507-1C27-969B-E03F-79988D4A2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B8B0B-0A52-B393-18A6-088BA6DE9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EDC56-8CD3-0992-C617-F8D7C121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A3BC9-FE3E-DF56-483B-2CF30686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FC633-8811-BB81-1FBF-0249621C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F10B0-9500-986A-5F7B-B27F8DF4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9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FCE-A806-9AA2-B575-389ECFBB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2A27A-7BF5-0771-3140-C6590C9A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89877-7541-A023-CED9-5111583F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E9961-36ED-FFA1-F32B-35749FFA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CD59D-DF84-2FC4-CC74-EB850F1B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1FDFE-33DA-E692-BC13-B2A33EC8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13CF1-4DA5-5F32-CC96-F7078864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8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ADB8-5C03-0A83-500B-4468999A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7FDB-62B8-2870-8649-F7302608B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2337E-1803-2232-1EED-F1A83EF76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559A7-A094-EA1A-4B2E-8AE1D891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15A2-7520-876B-DFA1-B7DDA343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6E12-6481-CA91-95FD-7A4F5998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0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F03-D9C2-1048-E270-2CC142F5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5387A-60B2-EED2-6469-956E9F56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0268D-3402-48E6-891B-49E08E6C8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A848-1502-A7F1-9120-B5DFDE75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E20F3-0986-D2A0-2A96-C7F44074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1E0E-7FD6-8662-600E-2396E6E3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3CD4-409C-3C49-1830-83144CF7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DC48D-5E61-815F-C51C-44A509977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903F-AEC1-0701-ADC7-00F0D666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1DA6-7C0D-9976-9839-A08FB419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F3F3-1222-F553-3215-FB08CFB0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7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82566-DEBD-B4B3-BE69-EF61C62C9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B6B39-C373-3EEB-4D29-B2EB236E6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FCC2-F4E1-976E-1778-E89E3237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10488-0989-3B1F-DA42-361B1D06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B190-0181-F9A1-76B1-E74431C9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7F442-F094-A92C-B1F1-5CF0CE11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A7A7-373B-30E6-BB38-29D9F0F58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C4DE-DB7D-E179-D5EB-F0AC215E0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C38B6-E9DF-F324-6E83-5F0E09FD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EF648-081D-298D-10E4-C954B8236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5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8A29F-C5CF-BF73-DC69-96825BF427BB}"/>
              </a:ext>
            </a:extLst>
          </p:cNvPr>
          <p:cNvSpPr txBox="1"/>
          <p:nvPr/>
        </p:nvSpPr>
        <p:spPr>
          <a:xfrm>
            <a:off x="254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/>
              <a:t>PowerPoint-authored synthetic control</a:t>
            </a:r>
          </a:p>
        </p:txBody>
      </p:sp>
    </p:spTree>
    <p:extLst>
      <p:ext uri="{BB962C8B-B14F-4D97-AF65-F5344CB8AC3E}">
        <p14:creationId xmlns:p14="http://schemas.microsoft.com/office/powerpoint/2010/main" val="237751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F0AFCA-6196-811A-11AE-024024221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827968"/>
              </p:ext>
            </p:extLst>
          </p:nvPr>
        </p:nvGraphicFramePr>
        <p:xfrm>
          <a:off x="254000" y="508000"/>
          <a:ext cx="4318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E970AB-F5FF-1C2D-4547-473189259F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377366"/>
              </p:ext>
            </p:extLst>
          </p:nvPr>
        </p:nvGraphicFramePr>
        <p:xfrm>
          <a:off x="4826000" y="508000"/>
          <a:ext cx="4064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2979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Shamblin</dc:creator>
  <cp:lastModifiedBy>Matt Shamblin</cp:lastModifiedBy>
  <cp:revision>1</cp:revision>
  <dcterms:created xsi:type="dcterms:W3CDTF">2026-09-14T23:46:53Z</dcterms:created>
  <dcterms:modified xsi:type="dcterms:W3CDTF">2026-09-14T23:46:53Z</dcterms:modified>
</cp:coreProperties>
</file>