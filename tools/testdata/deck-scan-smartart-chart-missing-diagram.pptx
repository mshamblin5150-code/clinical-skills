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3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Synthetic households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Program 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AA4-4F85-9F09-1253BD4F657D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3AA4-4F85-9F09-1253BD4F6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2"/>
              <c:pt idx="0">
                <c:v>Households</c:v>
              </c:pt>
              <c:pt idx="1">
                <c:v>Participation</c:v>
              </c:pt>
            </c:strLit>
          </c:cat>
          <c:val>
            <c:numLit>
              <c:formatCode>General</c:formatCode>
              <c:ptCount val="2"/>
              <c:pt idx="0">
                <c:v>325</c:v>
              </c:pt>
              <c:pt idx="1">
                <c:v>0.42</c:v>
              </c:pt>
            </c:numLit>
          </c:val>
          <c:extLst>
            <c:ext xmlns:c16="http://schemas.microsoft.com/office/drawing/2014/chart" uri="{C3380CC4-5D6E-409C-BE32-E72D297353CC}">
              <c16:uniqueId val="{00000000-3AA4-4F85-9F09-1253BD4F6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04880"/>
        <c:axId val="702646512"/>
      </c:barChart>
      <c:catAx>
        <c:axId val="19904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646512"/>
        <c:crosses val="autoZero"/>
        <c:auto val="1"/>
        <c:lblAlgn val="ctr"/>
        <c:lblOffset val="100"/>
        <c:noMultiLvlLbl val="0"/>
      </c:catAx>
      <c:valAx>
        <c:axId val="70264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4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AE1C53-124A-45CA-93E8-CA6BDC145106}">
      <dsp:nvSpPr>
        <dsp:cNvPr id="0" name=""/>
        <dsp:cNvSpPr/>
      </dsp:nvSpPr>
      <dsp:spPr>
        <a:xfrm>
          <a:off x="560623" y="1736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Build-out costs $99,000 across nine separate synthetic budget lines here</a:t>
          </a:r>
        </a:p>
      </dsp:txBody>
      <dsp:txXfrm>
        <a:off x="560623" y="1736"/>
        <a:ext cx="1522263" cy="913358"/>
      </dsp:txXfrm>
    </dsp:sp>
    <dsp:sp modelId="{3A0E0AB7-397C-4A2A-822C-69EF32D57375}">
      <dsp:nvSpPr>
        <dsp:cNvPr id="0" name=""/>
        <dsp:cNvSpPr/>
      </dsp:nvSpPr>
      <dsp:spPr>
        <a:xfrm>
          <a:off x="2235113" y="1736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35113" y="1736"/>
        <a:ext cx="1522263" cy="913358"/>
      </dsp:txXfrm>
    </dsp:sp>
    <dsp:sp modelId="{9C277694-10DE-47A7-A5EB-C6E7F2D65315}">
      <dsp:nvSpPr>
        <dsp:cNvPr id="0" name=""/>
        <dsp:cNvSpPr/>
      </dsp:nvSpPr>
      <dsp:spPr>
        <a:xfrm>
          <a:off x="560623" y="1067320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60623" y="1067320"/>
        <a:ext cx="1522263" cy="913358"/>
      </dsp:txXfrm>
    </dsp:sp>
    <dsp:sp modelId="{E35458B7-748D-4CD6-B514-9C6BCA41C7E6}">
      <dsp:nvSpPr>
        <dsp:cNvPr id="0" name=""/>
        <dsp:cNvSpPr/>
      </dsp:nvSpPr>
      <dsp:spPr>
        <a:xfrm>
          <a:off x="2235113" y="1067320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35113" y="1067320"/>
        <a:ext cx="1522263" cy="913358"/>
      </dsp:txXfrm>
    </dsp:sp>
    <dsp:sp modelId="{2C9723BF-95DB-4E72-A7F0-B97236400D4C}">
      <dsp:nvSpPr>
        <dsp:cNvPr id="0" name=""/>
        <dsp:cNvSpPr/>
      </dsp:nvSpPr>
      <dsp:spPr>
        <a:xfrm>
          <a:off x="1397868" y="2132905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397868" y="2132905"/>
        <a:ext cx="1522263" cy="913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077D-1E51-A1EB-767E-53F48497C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AF7C0-B493-1B49-F387-D54D4941D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45FD4-6845-C357-94AC-C53B54DB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63F9B-307E-FF1C-0678-A387460F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DAFE-2C31-1DBD-1536-3D2BF1EF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4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0EA6-6CDB-7F68-F428-97B1F0C8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7BA76-CC8B-FFEE-1D6D-26F444423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EC52E-EE28-BDB0-F0B2-86FF5B24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EBC87-BCBB-2A3D-5B20-0A183A38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56BC-6645-95B7-836F-6E6115EA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8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1A50-F922-A96D-274E-5B8F9AB1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3ED40-3195-6928-3173-BC84D7B07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866C4-3F50-675C-E2C2-A3AF711E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271F-2C9A-421A-D4E5-7A9CCD87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640E6-B162-7938-3DE5-49DFD33B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4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CDB6-ED20-A488-E050-DD7353659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8436A-DBA7-5D7A-F906-5E3CA7033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51C47-8A7F-7CA2-545A-055646CF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D7249-C90C-1AF5-FB1E-B88114B6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716AB-557A-836E-1104-6151F784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C1532-E19B-8F98-E800-91973E3B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3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FAE7-CA5E-58C4-C22B-4FF6FB92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6FF88-835D-8BAB-6D53-FE0A3902F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C1507-1C27-969B-E03F-79988D4A2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B8B0B-0A52-B393-18A6-088BA6DE9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EDC56-8CD3-0992-C617-F8D7C1215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A3BC9-FE3E-DF56-483B-2CF30686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FC633-8811-BB81-1FBF-0249621C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F10B0-9500-986A-5F7B-B27F8DF4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9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1FCE-A806-9AA2-B575-389ECFBB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2A27A-7BF5-0771-3140-C6590C9A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89877-7541-A023-CED9-5111583F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E9961-36ED-FFA1-F32B-35749FFA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CD59D-DF84-2FC4-CC74-EB850F1B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1FDFE-33DA-E692-BC13-B2A33EC8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13CF1-4DA5-5F32-CC96-F7078864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8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ADB8-5C03-0A83-500B-4468999A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C7FDB-62B8-2870-8649-F7302608B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2337E-1803-2232-1EED-F1A83EF76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559A7-A094-EA1A-4B2E-8AE1D891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15A2-7520-876B-DFA1-B7DDA343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76E12-6481-CA91-95FD-7A4F5998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0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0F03-D9C2-1048-E270-2CC142F5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5387A-60B2-EED2-6469-956E9F567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0268D-3402-48E6-891B-49E08E6C8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A848-1502-A7F1-9120-B5DFDE75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E20F3-0986-D2A0-2A96-C7F44074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A1E0E-7FD6-8662-600E-2396E6E3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3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3CD4-409C-3C49-1830-83144CF7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DC48D-5E61-815F-C51C-44A509977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B903F-AEC1-0701-ADC7-00F0D666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1DA6-7C0D-9976-9839-A08FB419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FF3F3-1222-F553-3215-FB08CFB0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7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82566-DEBD-B4B3-BE69-EF61C62C9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B6B39-C373-3EEB-4D29-B2EB236E6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FCC2-F4E1-976E-1778-E89E3237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10488-0989-3B1F-DA42-361B1D06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3B190-0181-F9A1-76B1-E74431C9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6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7F442-F094-A92C-B1F1-5CF0CE11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AA7A7-373B-30E6-BB38-29D9F0F58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C4DE-DB7D-E179-D5EB-F0AC215E0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C38B6-E9DF-F324-6E83-5F0E09FD7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EF648-081D-298D-10E4-C954B8236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5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hart" Target="../charts/char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E8A29F-C5CF-BF73-DC69-96825BF427BB}"/>
              </a:ext>
            </a:extLst>
          </p:cNvPr>
          <p:cNvSpPr txBox="1"/>
          <p:nvPr/>
        </p:nvSpPr>
        <p:spPr>
          <a:xfrm>
            <a:off x="254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/>
              <a:t>PowerPoint-authored synthetic control</a:t>
            </a:r>
          </a:p>
        </p:txBody>
      </p:sp>
    </p:spTree>
    <p:extLst>
      <p:ext uri="{BB962C8B-B14F-4D97-AF65-F5344CB8AC3E}">
        <p14:creationId xmlns:p14="http://schemas.microsoft.com/office/powerpoint/2010/main" val="237751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2F0AFCA-6196-811A-11AE-024024221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3827968"/>
              </p:ext>
            </p:extLst>
          </p:nvPr>
        </p:nvGraphicFramePr>
        <p:xfrm>
          <a:off x="254000" y="508000"/>
          <a:ext cx="4318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E970AB-F5FF-1C2D-4547-473189259F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6377366"/>
              </p:ext>
            </p:extLst>
          </p:nvPr>
        </p:nvGraphicFramePr>
        <p:xfrm>
          <a:off x="4826000" y="508000"/>
          <a:ext cx="4064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02979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Shamblin</dc:creator>
  <cp:lastModifiedBy>Matt Shamblin</cp:lastModifiedBy>
  <cp:revision>1</cp:revision>
  <dcterms:created xsi:type="dcterms:W3CDTF">2026-09-14T23:46:53Z</dcterms:created>
  <dcterms:modified xsi:type="dcterms:W3CDTF">2026-09-14T23:46:53Z</dcterms:modified>
</cp:coreProperties>
</file>